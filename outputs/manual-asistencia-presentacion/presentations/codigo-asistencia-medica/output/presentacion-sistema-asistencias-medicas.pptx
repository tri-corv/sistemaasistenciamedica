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673b1cd2e42ca" /><Relationship Type="http://schemas.openxmlformats.org/officeDocument/2006/relationships/extended-properties" Target="/docProps/app.xml" Id="R325428850063442c" /><Relationship Type="http://schemas.openxmlformats.org/officeDocument/2006/relationships/officeDocument" Target="/ppt/presentation.xml" Id="Rde57c886ec6c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5e7ead1cb4dc9"/>
  </p:sldMasterIdLst>
  <p:notesMasterIdLst>
    <p:notesMasterId xmlns:r="http://schemas.openxmlformats.org/officeDocument/2006/relationships" r:id="R4a78f1015f05485f"/>
  </p:notesMasterIdLst>
  <p:sldIdLst>
    <p:sldId xmlns:r="http://schemas.openxmlformats.org/officeDocument/2006/relationships" id="256" r:id="Rb2f3994b1bc14a68"/>
    <p:sldId xmlns:r="http://schemas.openxmlformats.org/officeDocument/2006/relationships" id="257" r:id="R6e5e3adc6e9849aa"/>
    <p:sldId xmlns:r="http://schemas.openxmlformats.org/officeDocument/2006/relationships" id="258" r:id="R9ea8601a8f024927"/>
    <p:sldId xmlns:r="http://schemas.openxmlformats.org/officeDocument/2006/relationships" id="259" r:id="R5d21d2d3628e4bbb"/>
    <p:sldId xmlns:r="http://schemas.openxmlformats.org/officeDocument/2006/relationships" id="260" r:id="R08c960d4cd9f4f5f"/>
    <p:sldId xmlns:r="http://schemas.openxmlformats.org/officeDocument/2006/relationships" id="261" r:id="Rdc5fb1be684742a6"/>
    <p:sldId xmlns:r="http://schemas.openxmlformats.org/officeDocument/2006/relationships" id="262" r:id="R6f707da933a3486d"/>
    <p:sldId xmlns:r="http://schemas.openxmlformats.org/officeDocument/2006/relationships" id="263" r:id="R23ff9e7458b041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2106135f64e3a" /><Relationship Type="http://schemas.openxmlformats.org/officeDocument/2006/relationships/slideMaster" Target="/ppt/slideMasters/slideMaster1.xml" Id="R9ef5e7ead1cb4dc9" /><Relationship Type="http://schemas.openxmlformats.org/officeDocument/2006/relationships/notesMaster" Target="/ppt/notesMasters/notesMaster1.xml" Id="R4a78f1015f05485f" /><Relationship Type="http://schemas.openxmlformats.org/officeDocument/2006/relationships/presProps" Target="/ppt/presProps.xml" Id="R221c8c1631c04cf7" /><Relationship Type="http://schemas.openxmlformats.org/officeDocument/2006/relationships/viewProps" Target="/ppt/viewProps.xml" Id="R020d9cdbc0d74c0b" /><Relationship Type="http://schemas.openxmlformats.org/officeDocument/2006/relationships/tableStyles" Target="/ppt/tableStyles.xml" Id="R3b2842c5ad5943ce" /><Relationship Type="http://schemas.openxmlformats.org/officeDocument/2006/relationships/slide" Target="/ppt/slides/slide1.xml" Id="Rb2f3994b1bc14a68" /><Relationship Type="http://schemas.openxmlformats.org/officeDocument/2006/relationships/slide" Target="/ppt/slides/slide2.xml" Id="R6e5e3adc6e9849aa" /><Relationship Type="http://schemas.openxmlformats.org/officeDocument/2006/relationships/slide" Target="/ppt/slides/slide3.xml" Id="R9ea8601a8f024927" /><Relationship Type="http://schemas.openxmlformats.org/officeDocument/2006/relationships/slide" Target="/ppt/slides/slide4.xml" Id="R5d21d2d3628e4bbb" /><Relationship Type="http://schemas.openxmlformats.org/officeDocument/2006/relationships/slide" Target="/ppt/slides/slide5.xml" Id="R08c960d4cd9f4f5f" /><Relationship Type="http://schemas.openxmlformats.org/officeDocument/2006/relationships/slide" Target="/ppt/slides/slide6.xml" Id="Rdc5fb1be684742a6" /><Relationship Type="http://schemas.openxmlformats.org/officeDocument/2006/relationships/slide" Target="/ppt/slides/slide7.xml" Id="R6f707da933a3486d" /><Relationship Type="http://schemas.openxmlformats.org/officeDocument/2006/relationships/slide" Target="/ppt/slides/slide8.xml" Id="R23ff9e7458b0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9732584bb49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1c1488142c4a83" /><Relationship Type="http://schemas.openxmlformats.org/officeDocument/2006/relationships/notesMaster" Target="/ppt/notesMasters/notesMaster1.xml" Id="R227bde6546c848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b5a63d1d5b416c" /><Relationship Type="http://schemas.openxmlformats.org/officeDocument/2006/relationships/notesMaster" Target="/ppt/notesMasters/notesMaster1.xml" Id="R31dc1b7becae4c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b2b622460147c7" /><Relationship Type="http://schemas.openxmlformats.org/officeDocument/2006/relationships/notesMaster" Target="/ppt/notesMasters/notesMaster1.xml" Id="Rb4b305928b1f4c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44c24ea8f4835" /><Relationship Type="http://schemas.openxmlformats.org/officeDocument/2006/relationships/notesMaster" Target="/ppt/notesMasters/notesMaster1.xml" Id="Rcdcf67e7d60e41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c8120ab50944bd" /><Relationship Type="http://schemas.openxmlformats.org/officeDocument/2006/relationships/notesMaster" Target="/ppt/notesMasters/notesMaster1.xml" Id="Rb8866d8ebe8b4b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18354102454dd4" /><Relationship Type="http://schemas.openxmlformats.org/officeDocument/2006/relationships/notesMaster" Target="/ppt/notesMasters/notesMaster1.xml" Id="R01fc4326653b41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9590495a0b4a9b" /><Relationship Type="http://schemas.openxmlformats.org/officeDocument/2006/relationships/notesMaster" Target="/ppt/notesMasters/notesMaster1.xml" Id="Rbc17eeadfee3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4c055e69074adb" /><Relationship Type="http://schemas.openxmlformats.org/officeDocument/2006/relationships/notesMaster" Target="/ppt/notesMasters/notesMaster1.xml" Id="R20badcbc6eae45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3dc90ae784f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4ac9192ef64ef9" /><Relationship Type="http://schemas.openxmlformats.org/officeDocument/2006/relationships/slideLayout" Target="/ppt/slideLayouts/slideLayout1.xml" Id="Rb3571b902d684d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71b902d684d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61cb29f8b4927" /><Relationship Type="http://schemas.openxmlformats.org/officeDocument/2006/relationships/notesSlide" Target="/ppt/notesSlides/notesSlide1.xml" Id="R8f980a0f445345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0e45f675d49f4" /><Relationship Type="http://schemas.openxmlformats.org/officeDocument/2006/relationships/notesSlide" Target="/ppt/notesSlides/notesSlide2.xml" Id="R5bac745e49c245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3912674414982" /><Relationship Type="http://schemas.openxmlformats.org/officeDocument/2006/relationships/notesSlide" Target="/ppt/notesSlides/notesSlide3.xml" Id="R65a05a23048846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bfe0a3ab743f8" /><Relationship Type="http://schemas.openxmlformats.org/officeDocument/2006/relationships/notesSlide" Target="/ppt/notesSlides/notesSlide4.xml" Id="R0c4bc6bd94ef40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6aa6baae548cd" /><Relationship Type="http://schemas.openxmlformats.org/officeDocument/2006/relationships/notesSlide" Target="/ppt/notesSlides/notesSlide5.xml" Id="R273fe92d459f40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578e4ce254cbc" /><Relationship Type="http://schemas.openxmlformats.org/officeDocument/2006/relationships/notesSlide" Target="/ppt/notesSlides/notesSlide6.xml" Id="Rd52f5cb6348c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f4d1aca440a3" /><Relationship Type="http://schemas.openxmlformats.org/officeDocument/2006/relationships/notesSlide" Target="/ppt/notesSlides/notesSlide7.xml" Id="R5c21dd111fe443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4affae9e9475c" /><Relationship Type="http://schemas.openxmlformats.org/officeDocument/2006/relationships/notesSlide" Target="/ppt/notesSlides/notesSlide8.xml" Id="R393b1b5b839640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42F27-A5CC-447B-9363-53AA58E3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947C9-3627-4272-A5D8-4333ECE8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02375-2EF4-4E0D-BD34-3DEA1160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0CC2F-1324-4AE2-8AA8-096837F5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876300"/>
            <a:ext cx="3105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9121-D74C-4906-9576-C7AB57B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89D92-22AE-43B9-B074-75CB2B29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LSP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B5C74-0737-469C-B22B-6162DE5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8A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8A7A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89D86-1439-469C-A67F-CE498B52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Proyecto Java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BB5F1-D688-48E4-8836-7661ECED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600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Sistema de asistencias medicas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4208C-0A26-4AB9-8EB3-6A9831E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Presentacion del codigo, modelo relacional y aplicacion del principio SOLID LSP.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EB3D3-9496-4C0C-82AC-1F1185A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D0456-A0F7-4EA8-A719-FB1E167C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0BE27-11AA-437B-B32B-9D40CC3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957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A3B"/>
          </a:solidFill>
          <a:ln xmlns:a="http://schemas.openxmlformats.org/drawingml/2006/main" w="0">
            <a:solidFill>
              <a:srgbClr val="C64A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1D1B2-02F3-43F1-BA4B-FD44D67A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Emergencia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94668-F424-41DF-A853-22C26C3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957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6D9E5-FF45-461D-B192-74D3F04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1910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Telemedicina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72C82-DFAB-44E3-9D9F-96016EB5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1626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21B6B-C618-458D-A797-EDE9E64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E93A8-A292-4637-BCE0-723E15D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BF1CB-B18F-4797-B6F7-73E9142A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DBD08-97B5-41FE-9C12-E99B3F7D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sistema organiza la atencion medica desde el registro hasta la resolucion.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DF73F-6C5D-4B08-A2C7-592D704B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La solucion cubre asistencia presencial, emergencias y atencion virtual sin cambiar el contrato principal.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C7BED-5E7A-4371-9F44-0E04B666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Sistema de asistencias medicas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E36C3-55DB-45EC-9E23-65E45DC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190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4A7D2-0563-4176-83BE-D5699B42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D92B8-DDC7-4CDC-AF0D-B3AEF05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790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474A3-6CAB-4B4D-9EB8-8D16D0A7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7908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Registrar pacientes, profesionales y asistencias con datos claros para poder listar y atender casos pendientes.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2FCC0-5E53-4F42-881B-CC445EB2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190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B70D5-7168-4376-BAA6-1732E70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52870-17A5-42C1-BD3E-A85A20C7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790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95E13-959E-4773-AC6C-269ACAA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27908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La aplicacion funciona por consola. No requiere GUI y muestra el flujo completo con datos de ejemplo.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BB723-445A-4906-BB88-9265036C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3190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CB14D-5D45-40FE-AAFD-9D7E01A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D"/>
          </a:solidFill>
          <a:ln xmlns:a="http://schemas.openxmlformats.org/drawingml/2006/main" w="0">
            <a:solidFill>
              <a:srgbClr val="D39A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114BA-977D-425E-8B79-A7FA4B36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790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93023-41D6-4E5A-A638-17F47EA3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7908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Incluye codigo Java, modelo MySQL, diagrama entidad-relacion, diagrama de flujo y explicacion de LSP.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E5433-1063-4ED6-AF42-5AD215A1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69592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7C635-5F29-4679-BB3E-36A58136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D9BD1-801F-400F-AA84-303F9EC9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B5D17-D06C-4E66-AFBB-CEE4B34D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59268-9C72-43C8-91F4-F9BE4F43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arquitectura separa entidades, tipos de asistencia y gestion.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0D9A2-B7BB-4B56-9FB5-EFA2A981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Las clases del dominio representan datos; el gestor concentra operaciones sobre una lista de asistencias.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A424D-AEEE-4B77-95A3-B58AF132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Sistema de asistencias medicas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0A879-4B92-4195-BD7B-F5C2BB32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3771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97761-B69C-40FC-9A53-995549CB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A16D3-0F43-4707-82F4-4AEF3F0E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3467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AsistenciaMedica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7D980-E18E-4137-97B0-38B14886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id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paciente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profesional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fechaHora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estado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atender()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resumen()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C28AF-48F0-4D99-9773-E3D78AF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686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180C8-AE2D-4D0E-86B8-F326EEE7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B64EC-084D-4C79-A167-0AFDFE9C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ConsultaGeneral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DED08-4C59-4D39-B3E3-BDED398C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consultorio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obtenerTipo()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obtenerIndicacion()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89847-D89E-45DB-8185-82B5691B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2686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F4248-128E-4F2D-9834-5693AF46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A3B"/>
          </a:solidFill>
          <a:ln xmlns:a="http://schemas.openxmlformats.org/drawingml/2006/main" w="0">
            <a:solidFill>
              <a:srgbClr val="C64A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BA47E-6261-4D38-912F-224B4502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24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Emergencia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2A250-28CF-4F94-B7FD-E3B402F9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8160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nivelUrgencia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obtenerTipo()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obtenerIndicacion()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44089-8628-4B15-8EE1-4900C122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686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575F8-A02A-4A1D-9351-B2F5C06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AD18E-B067-49AB-9902-EA901FA6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24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Telemedicina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6EA85-AE1B-4E75-A323-17889448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8160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enlaceVideollamada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obtenerTipo()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 obtenerIndicacion()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898B0-F632-4C31-8484-86A74788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148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D19F9-63B3-4C90-AF17-8565379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95800"/>
            <a:ext cx="765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E6E28-B24F-4443-9E63-EFD25EDF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24375"/>
            <a:ext cx="285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DF770-66D3-4FD3-8491-38720DE6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524375"/>
            <a:ext cx="285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3567D-AB45-4C59-932D-342CC328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285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FFDF9C-1C4B-46D5-95AB-B69B7AE5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724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1AC6E7-39B7-4E56-97DB-4BCFF46D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D"/>
          </a:solidFill>
          <a:ln xmlns:a="http://schemas.openxmlformats.org/drawingml/2006/main" w="0">
            <a:solidFill>
              <a:srgbClr val="D39A2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97F092-91A6-43EE-9FDF-BA46CDED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GestorAsistencias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614267-AA8E-4706-B583-08803983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registrar()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listarPendientes()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buscarPorId()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atenderPendientes()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9B264-11DE-4F8C-BB1E-1475E2D0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usa una lista de AsistenciaMedica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DF519-E85A-4E69-B677-71DD82D7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5077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B6A27-E5C1-43B1-BCCA-B12350C4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7F79F-1B1B-44E4-A09A-00B5FFB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78DF8-B0DE-41F2-B1B5-164E4FB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LSP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172CA-A43C-4887-9516-86339DB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Cada subtipo puede reemplazar a AsistenciaMedica sin romper 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0A395-D99E-4C83-A595-C10434BB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El gestor no pregunta si una asistencia es consulta, emergencia o telemedicina: solo ejecuta el contrato comun.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2D536-8240-4DCE-87D7-2F7F4A92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Sistema de asistencias medicas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FCAD2-62BF-4A3C-8F02-01BB290E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629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4A8C4-02AE-4E53-8E66-C289AD93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057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List&lt;AsistenciaMedica&gt; asistencias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listarPendientes()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.forEach(AsistenciaMedica::atender);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7AEB6-AA12-47BF-8F1A-15516B80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4629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7EFA5-D795-4B85-B565-7310C63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1EF33-9B80-4C02-B48A-751740AD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Contrato comun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A2907-D0EF-4D64-B306-D82D87E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422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AsistenciaMedica define atender(), resumen(), obtenerTipo() y obtenerIndicacion().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F8260-83A0-42BD-9D89-8358981F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4629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6553F-2C53-4362-8C38-90C17BF7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9D3BF-FBB8-4D6C-8758-693352FB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Sustitucion segura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9C905-E794-4EE3-9EED-86C92BAA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48150"/>
            <a:ext cx="422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ConsultaGeneral, Emergencia y Telemedicina cumplen el mismo comportamiento esperado.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BFD6D-D326-4C40-94FA-7DFB7C00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483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Resultado: se agregan nuevos tipos sin modificar el gestor principal.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33B6-A0F1-414D-A70A-2F4425F5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4962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3E507-3898-4B1A-9CB4-FDE9C082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B5D39-1463-462B-A93B-FF9EB820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6EEC8-4410-44B4-8292-C2B846B5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369D5-342D-4BFA-9EDB-D761D276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modelo relacional guarda pacientes, profesionales y asistencias.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4DA9A-6505-4A6A-860D-D1E07BC3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Las claves foraneas conectan cada asistencia con el paciente que la solicita y el profesional que la atiende.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891AF-AC47-4351-BEE6-748A349A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Sistema de asistencias medicas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6115B-9064-46A9-A740-0F02F905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495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BD080-44EB-4357-8097-20630A8F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495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49684-9520-4611-8EF0-36399DE6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PACIENTES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BF238-D36B-4A0C-A87C-0CB72B07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114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PK id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nombre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UK dni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cobertura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3C86A-0169-4E7A-BA87-506FF7E7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2495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F7ACD-AFE3-4926-92EA-68849C72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2495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B52FF-F068-4FFF-80AC-AA2BEDD9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479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PROFESIONALES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26235-2137-48A4-851D-F5DB09C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114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PK id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nombre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especialidad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UK matricula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50AB6-D057-439C-B32A-E496D28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BA7F2-A673-442C-97DB-ABC8B59E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78829-0676-4BD6-89C5-DE8990E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6697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ASISTENCIAS_MEDICAS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A2884-424E-4A4B-A103-623486FD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3619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PK id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FK paciente_id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FK profesional_id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tipo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fecha_hora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estado</a:t>
            </a:r>
          </a:p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consultorio / urgencia / enlace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7BADA-F0CD-49DB-85F0-9712B5DE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480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02E40-3695-41DA-A945-EE2A910C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1 a muchas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C78EB-BEDD-4400-BF2B-B9839FE5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6D6F1-A0A8-4840-B1FF-2B06B262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8A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A7A"/>
                </a:solidFill>
                <a:latin typeface="Aptos"/>
                <a:ea typeface="Aptos"/>
                <a:cs typeface="Aptos"/>
              </a:rPr>
              <a:t>1 a muchas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03DC8-7390-45C0-BFE4-6AE44189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67350"/>
            <a:ext cx="758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El GestorAsistencias no aparece en el DER porque es logica del programa, no una tabla.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E0F6A-5C98-4971-942D-6BF61DA1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46652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DA56D-FC18-44FC-9DCC-694AE64D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9A751-CDFE-452F-BB6B-D63E819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9966D-5214-4B67-965C-CC2FDC15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FLUJO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8CB28-FDF3-4248-8DDC-69777D6F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proceso avanza desde la carga de datos hasta la asistencia atendida.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ED16A-2B86-44DA-9C6E-D5DB24A9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El rombo central representa la decision segun el tipo de asistencia creada.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1ECBC-BD03-4B0B-966F-5A2010D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Sistema de asistencias medicas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77AD2-BDFD-47E3-9D91-489AE1A8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826E0-2255-42F7-AE58-2B773D7E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40FA2-D06F-463E-A6AF-B9F571E0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4AA06-27A2-4E3F-B8C3-241C6B7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Registrar paciente y profesional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8E179-B35D-49BB-BE8A-41438DA8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2BCF0-73D7-4BB7-8D5D-0EBD9A7D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F4D15-D51D-4542-96E9-B8D5AE8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F7456-86B6-4CD2-A8BD-A92214DA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38575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Crear asistencia medica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8EC7F-320F-423E-ACEF-F9943B3A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1695450" cy="1695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8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BA435-4242-498C-876C-7B72DE1C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Tipo de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asistencia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53934-E50A-49F8-BBD5-5846309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9617F-CAC7-4E16-86BB-D7B84E68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F4B5D-98BD-4915-BCBD-7144580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6B28B-BCE3-44A7-A4EA-9624234A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43125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Consulta: asignar consultorio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C4608-4A21-4C40-8400-88A91719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D2120-267C-4EBC-AA71-E34B959B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A3B"/>
          </a:solidFill>
          <a:ln xmlns:a="http://schemas.openxmlformats.org/drawingml/2006/main" w="0">
            <a:solidFill>
              <a:srgbClr val="C64A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6415D-FE84-4DF5-8A23-3D1CB6DB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D67BA-D592-4257-A410-FA80E4F2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Emergencia: definir urgencia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D4E115-23D6-4E51-BFC3-38499A45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0050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DAEE1-6C08-4123-8EDA-A5A116C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19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74DBD-4C00-445D-AE6A-4B7D70A2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958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D2FBD-319B-489B-AF72-536C3102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Telemedicina: generar enlace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FA919-97FC-4AA0-9533-B2528EB5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29250"/>
            <a:ext cx="2686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0B5CB-5B86-439C-A84D-96891B32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388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Guardar PENDIENTE -&gt; Atender -&gt; ATENDIDA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C717B1-D08A-4BC1-A38A-18D429D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527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1C413-FFAB-4DF6-AF2A-EBE2428F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528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6287AF-07F4-4EBF-815F-C9F9ACDF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14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85B7F8-8C44-4582-8CF8-57D4EAAB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57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A3B"/>
          </a:solidFill>
          <a:ln xmlns:a="http://schemas.openxmlformats.org/drawingml/2006/main" w="0">
            <a:solidFill>
              <a:srgbClr val="C64A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894D4C-CED9-426E-AF38-1FD44137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005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3B04B2-1A96-46E3-99F5-FBA749CC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9110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23C22D-C358-4C5D-8D37-E9744D83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29899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7C25C-98FA-463E-9742-2543BBF1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6437F-9E47-493E-8E80-0B60B5D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A4195-DAE2-4316-B084-54D98F3D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D0BA7-04FE-49B7-B15B-A7B9BA52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ejecucion por consola muestra asistencias pendientes y luego atendidas.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07981-0EF3-4E59-8BD2-4574714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El ejemplo carga tres casos: consulta general, emergencia alta y telemedicina.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01FDB-516C-4D2A-8D66-2E8C0BC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Sistema de asistencias medicas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D6AF8-169E-401B-B3B0-F32051A7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6299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5ECF4-4C5D-4BAB-9246-E3999420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0039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ASISTENCIAS PENDIENTES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[1] Consulta general | Paciente: Ana Gomez | Estado: PENDIENTE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[2] Emergencia ALTA | Paciente: Luis Perez | Estado: PENDIENTE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[3] Telemedicina | Paciente: Marta Ruiz | Estado: PENDIENTE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ATENCION DE ASISTENCIAS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[1] Consulta general | Estado: ATENDIDA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Indicacion: Presentarse en consultorio A12.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[2] Emergencia ALTA | Estado: ATENDIDA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Indicacion: Derivar a guardia y priorizar triaje nivel ALTA.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C9A44-6B21-41F1-9A8A-96EBFF33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84957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54DF1B-0F90-4310-81F8-23FBD6C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5E672-2809-4C60-9020-3AA9FD5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E8D6F-E520-4900-9FB5-2CFE163B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2961A-5D8D-4C7C-A160-34272DAA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proyecto cumple los puntos pedidos y queda preparado para crecer.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EC082-7281-4B37-8B59-9301E6DE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La estructura permite agregar nuevos tipos de asistencia respetando el contrato 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F1EAD-792F-4622-9C9B-318E0431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Sistema de asistencias medicas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56869-E8D4-46F7-BA5B-ABAF7B94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1051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221F7-33EE-4EA1-B2FA-711874DE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666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B2"/>
          </a:solidFill>
          <a:ln xmlns:a="http://schemas.openxmlformats.org/drawingml/2006/main" w="0">
            <a:solidFill>
              <a:srgbClr val="2868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CE8F3-6715-4558-8A4E-B2BD8EF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Cumplimiento tecnico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93190-3A90-41DA-91A3-41CC08A0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2705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Java orientado a objetos, principio LSP aplicado, polimorfismo y separacion entre entidades y gestor.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5F0EE-80AE-4A54-9620-9CBF3F9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1051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60682-019D-4D35-B7E8-9CF2D41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666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A7A"/>
          </a:solidFill>
          <a:ln xmlns:a="http://schemas.openxmlformats.org/drawingml/2006/main" w="0">
            <a:solidFill>
              <a:srgbClr val="1E8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842E3-FD2B-4861-880D-C79DD8E3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y diagramas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B6205-3BEB-4802-B193-80517BC6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705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Modelo MySQL con claves primarias, foraneas y enums. DER y flujo documentan los datos y el proceso.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EEB6B-843E-4851-8DCF-BCAE07A9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1051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9CEA7-FE11-4191-8408-4FBE5243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666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D"/>
          </a:solidFill>
          <a:ln xmlns:a="http://schemas.openxmlformats.org/drawingml/2006/main" w="0">
            <a:solidFill>
              <a:srgbClr val="D39A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726F8-0592-4F81-B660-107FE330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Posibles mejoras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F7CE6-5D41-47C3-9B8F-B725324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2705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A"/>
                </a:solidFill>
                <a:latin typeface="Aptos"/>
                <a:ea typeface="Aptos"/>
                <a:cs typeface="Aptos"/>
              </a:rPr>
              <a:t>Conexion JDBC, menu interactivo por consola, validaciones de carga y persistencia completa en la base.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1F4E1-9E05-4780-A5F4-92028FB4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68B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868B2"/>
                </a:solidFill>
                <a:latin typeface="Aptos"/>
                <a:ea typeface="Aptos"/>
                <a:cs typeface="Aptos"/>
              </a:rPr>
              <a:t>Idea principal para defender: el gestor trabaja con AsistenciaMedica, no con clases concretas.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86B51-F57D-4AED-8135-08F3F156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66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C66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6862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2026-06-01T22:30:10.3250000Z</dcterms:created>
  <dcterms:modified xsi:type="dcterms:W3CDTF">2026-06-01T22:30:10.3260000Z</dcterms:modified>
</coreProperties>
</file>